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ipa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3716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Attack Detection and Analysis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Network Traffic Patterns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Meher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23FE10CSE00332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Susheela Vishnoi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  <a:p>
            <a:pPr marL="342900" indent="-342900">
              <a:buSzPct val="100000"/>
              <a:buChar char="◆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800" dirty="0"/>
          </a:p>
          <a:p>
            <a:pPr marL="342900" indent="-342900">
              <a:buSzPct val="100000"/>
              <a:buChar char="◆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  <a:p>
            <a:pPr marL="342900" indent="-342900">
              <a:buSzPct val="100000"/>
              <a:buChar char="◆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800" dirty="0"/>
          </a:p>
          <a:p>
            <a:pPr marL="342900" indent="-342900">
              <a:buSzPct val="100000"/>
              <a:buChar char="◆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342900" indent="-342900">
              <a:buSzPct val="100000"/>
              <a:buChar char="◆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(Distributed Denial of Service) attacks are cyberattacks where multiple compromised systems flood a target server, network, or application with overwhelming traffic, rendering it unavailable to legitimate users.
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attack sources distributed across the internet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traffic volume overwhelming target resources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distinguish from legitimate traffic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significant financial and reputational damage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DDoS Attacks: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Attacks: Consume bandwidth (UDP floods, ICMP floods)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Attacks: Exploit server resources (SYN floods, Ping of Death)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Attacks: Target web applications (HTTP floods)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Detection: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minimizes damage and downtime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analysis is crucial for mitigation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systems needed due to attack sophistication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Zargar et al. (2013) - Survey of Defense Mechanisms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survey categorizing DDoS attacks into volumetric, protocol, and application layer attacks. Proposed taxonomy of defense mechanisms including detection, characterization, and response strategies.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Bhuyan et al. (2014) - Information Theory Approach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detection using information metrics. Found that entropy analysis of packet headers effectively identifies anomalous traffic patterns during DDoS attacks.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 (2017) - HTTP-GET Flood Analysis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application layer DDoS attacks. Analyzed statistical features like request rate, session duration, and page access patterns to distinguish attack traffic.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et al. (2020) - Real-time Detection Systems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detection achieving sub-second response times. Demonstrated that statistical profiling of normal traffic enables fast anomaly detection without complex algorithms.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Mirkovic &amp; Reiher (2004) - Taxonomy Framework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fundamental taxonomy of DDoS attacks and defenses. Classification based on attack characteristics, defense deployment locations, and cooperation levels.
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systems require complex infrastructure or AI/ML models. Need for accessible, practical detection systems using statistical analysis suitable for educational environments.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infrastructures face increasing threats from DDoS attacks that disrupt services and cause significant damage, yet traditional detection methods struggle to identify distributed attacks in real-time, necessitating an effective traffic pattern analysis system for prompt detection and mitigation.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network traffic patterns and identify characteristics that distinguish DDoS attack traffic from legitimate network activity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detection mechanism using statistical analysis and threshold-based methods for identifying anomalous traffic patterns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the system using real-world DDoS datasets (CICIDS2017, NSL-KDD) for training and validation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detection accuracy, false positive rate, and response time using standard performance metrics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 Collection and Preprocessing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publicly available DDoS attack datasets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dataset containing labeled DDoS attacks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dataset for validation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normalize network traffic data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packets and handle missing values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normal traffic baseline from attack samples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packet captures to analyzable format using Python libraries (Scapy, Pandas)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Feature Extraction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packet-level features: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Source/destination IP addresses and ports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size and protocol type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flags and sequence numbers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flow-level features: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rate (packets per second)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rate (bytes per second)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 and inter-arrival times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distribution percentages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Statistical Analysis and Detection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traffic profile from normal samples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mean, standard deviation, and variance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normal traffic thresholds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threshold-based detection algorithm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incoming traffic against baseline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 exceeding threshold values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entropy analysis to detect distribution changes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randomness in source IPs and ports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entropy indicates concentrated attack sources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System Implementation and Evaluation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system components: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capture module using Wireshark/tcpdump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 with Python scripts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 and visualization dashboard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benchmark datasets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metrics: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and precision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and false negative rates
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 and system overhead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Detection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seconds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Packets Processed per Second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DDoS detection system successfully implemented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methodology validated on benchmark datasets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exceeds 85% threshold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Outcomes by Next Semester: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Paper: Draft paper on traffic pattern analysis for DDoS detection (Target: IEEE Conference)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Copyright: Source code and documentation to be copyrighted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Deployment: System to be deployed on university network for testing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Zargar, S. T., Joshi, J., &amp; Tipper, D. (2013). A survey of defense mechanisms against distributed denial of service (DDoS) flooding attacks. IEEE Communications Surveys &amp; Tutorials, 15(4), 2046-2069.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Bhuyan, M. H., Bhattacharyya, D. K., &amp; Kalita, J. K. (2014). Information metrics for low-rate DDoS attack detection: A comparative evaluation. ICCCS 2014.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Singh, K., Singh, P., &amp; Kumar, K. (2017). Application layer HTTP-GET flood DDoS attacks: Research landscape and challenges. Computers &amp; Security, 65, 344-372.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Peng, T., Leckie, C., &amp; Ramamohanarao, K. (2020). Survey of network-based defense mechanisms countering the DoS and DDoS problems. ACM Computing Surveys, 39(1), 3-es.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Mirkovic, J., &amp; Reiher, P. (2004). A taxonomy of DDoS attack and DDoS defense mechanisms. ACM SIGCOMM Computer Communication Review, 34(2), 39-53.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DDoS Attack Detection and Analysis Using Network Traffic Patterns</dc:title>
  <dc:subject>PptxGenJS Presentation</dc:subject>
  <dc:creator>Ankit Meher</dc:creator>
  <cp:lastModifiedBy>Ankit Meher</cp:lastModifiedBy>
  <cp:revision>1</cp:revision>
  <dcterms:created xsi:type="dcterms:W3CDTF">2026-02-15T10:00:02Z</dcterms:created>
  <dcterms:modified xsi:type="dcterms:W3CDTF">2026-02-15T10:00:02Z</dcterms:modified>
</cp:coreProperties>
</file>